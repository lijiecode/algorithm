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 autoAdjust="0"/>
    <p:restoredTop sz="93958" autoAdjust="0"/>
  </p:normalViewPr>
  <p:slideViewPr>
    <p:cSldViewPr snapToGrid="0" showGuides="1">
      <p:cViewPr varScale="1">
        <p:scale>
          <a:sx n="87" d="100"/>
          <a:sy n="87" d="100"/>
        </p:scale>
        <p:origin x="648" y="77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AF5BD01-167A-3586-487A-438D9AC923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1E0079-BA4E-E821-F39A-BA45CA4612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F7D88-C381-411A-8152-80318B2FD260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A2404E-76CE-4F31-6BD7-A58212C223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59D7D5-6666-E0D7-F715-14CAAC1AC0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A8AB1-D1F2-4FDF-8E5D-9371BF0E19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5116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26CF0-4F16-B8FC-BC02-010AA425A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BCDDED-5AA7-10B9-BC2F-4D296A7B4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5E828F-957D-0E22-7FFF-B9207CE16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99FF8-FB17-FF4B-AF62-77037948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B71866-2246-6C56-2E36-3AFF27C91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912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AE173-DF91-5FBE-A322-79C2FA21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EF3510-81D0-253A-4D5F-C82114E3C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F4DC8-3702-3C0A-D786-0B254A196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6F1DF-A982-1B01-9C70-C75C2F03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E3C5B4-722A-48EC-B53E-F59B3944E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228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D8C312-644B-6E20-9579-68A33F01C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ADF667-54D4-AD0B-67B9-92E81E0ED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298FDA-5157-BA42-DCBD-A03734DB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3CD68-F9FB-6860-6A24-849FFA98F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603D98-DC49-AF1F-D9AF-BDB13DF83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11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154690-B6BA-63A8-378F-43D2056FD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081294-A3C7-7994-3532-FC60A6B2D0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905BB0-E077-5DFE-8417-B6DD0AC58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05A18B-E8BA-428B-DD90-9B385C934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D69DC9-FA8A-4820-5565-1C970992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1417FB-8C0E-464F-A9D4-956B7A9E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70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4778A-2577-18DA-DC04-903F45DD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CD4880-A7A9-C09A-1CCA-6E708F163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C5982F-4DD3-90B7-02B3-1D6A47BAB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D8D16A-19A7-0BBA-5524-29A69A685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C1DF13-F820-5DDC-33FD-D1104E563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9AFA6A-6CFB-53B6-76B9-F91FA7FD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5F78CE-5984-2B87-2513-4AC9102C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EBF01B-5D6C-A90A-1458-AF0F74E4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294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D0FEA-5EB9-98FD-CF98-07CAB3C8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4363EB-86F4-5F1E-5D7A-7538BB8E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D456D3-45DC-F1AF-E4CF-8AD228A0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A86A41-F299-C223-6ECE-215AB811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30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361782-F34F-B96A-47C4-C122FE10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1CA1C4-54EF-2338-6D77-969B2A2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63EBD3-4823-7960-95D9-EB43629F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846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51B44-803D-09AC-A051-19ED4C61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0DE5C-3EC6-A1E4-546A-CA259FEE3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420977-7319-44DF-5025-12DC4760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A95FD0-A947-BA31-C906-2F2577C6F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959BF4-4ED3-AA24-BDCD-BF4C46E3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8B3786-D16B-99EC-D5EE-21348F438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4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514F2-0462-455E-A45A-8D6B778EF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CD49111-6A3E-8F2A-AAE6-D5B35AC83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4D1709-6339-57E3-E52D-246AE3E29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3792AE-2924-66BB-EA7B-0C13E2443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DCAB55-A249-6061-FC07-F3C63942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BD362A-717E-E143-AB0B-F04A2F96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15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6DA14-4819-5A93-4C64-1B18189F3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DD714C-A1A3-82B5-0312-39093FC98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27E0D-45DB-DE8A-7A0A-B84274F9C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509428-48E8-FEBC-A810-1CA597641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EAAD04-6620-DD80-45B1-E7F0195E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764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D763AB-06FE-7FF1-104D-B50A0FEAD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806826-6F18-34E2-CD9E-09E553204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3A21F-A6A1-82DC-0B06-7CC5EA5E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A04730-1D56-80F3-F039-E8FA32561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5F4CD8-1B90-C7F7-4B7E-18056E53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757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DF1FFE-69B0-0971-E4D9-760B98F2F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3B1D50-19EA-FFCF-74ED-116F65BBD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1438BA-E2B3-5015-440D-9DD7589A8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AD5C3-5437-4E1D-BB85-5CFEAD3B5A27}" type="datetimeFigureOut">
              <a:rPr lang="zh-CN" altLang="en-US" smtClean="0"/>
              <a:t>2023/3/19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ABABC9-94EA-B439-7C27-87FA61C5F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4B64B0-9F64-472B-6322-D60EE9072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0A2F6-3093-4BBD-A61C-B1F469163A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77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119DFE2-BFB6-F69E-3C98-830EED7A5507}"/>
              </a:ext>
            </a:extLst>
          </p:cNvPr>
          <p:cNvSpPr/>
          <p:nvPr/>
        </p:nvSpPr>
        <p:spPr>
          <a:xfrm>
            <a:off x="1" y="1"/>
            <a:ext cx="4008582" cy="10726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</a:t>
            </a:r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algn="ctr"/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res[i] = res[i &gt;&gt; 1] + (i &amp; 1);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AB6DF8A0-2F3B-A6FF-C1B4-C20705937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619580"/>
              </p:ext>
            </p:extLst>
          </p:nvPr>
        </p:nvGraphicFramePr>
        <p:xfrm>
          <a:off x="527537" y="1921260"/>
          <a:ext cx="4211784" cy="40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73">
                  <a:extLst>
                    <a:ext uri="{9D8B030D-6E8A-4147-A177-3AD203B41FA5}">
                      <a16:colId xmlns:a16="http://schemas.microsoft.com/office/drawing/2014/main" val="141806340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1878158686"/>
                    </a:ext>
                  </a:extLst>
                </a:gridCol>
                <a:gridCol w="459468">
                  <a:extLst>
                    <a:ext uri="{9D8B030D-6E8A-4147-A177-3AD203B41FA5}">
                      <a16:colId xmlns:a16="http://schemas.microsoft.com/office/drawing/2014/main" val="1230258486"/>
                    </a:ext>
                  </a:extLst>
                </a:gridCol>
                <a:gridCol w="593478">
                  <a:extLst>
                    <a:ext uri="{9D8B030D-6E8A-4147-A177-3AD203B41FA5}">
                      <a16:colId xmlns:a16="http://schemas.microsoft.com/office/drawing/2014/main" val="1074893566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1472631444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2670434802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561492430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3823162605"/>
                    </a:ext>
                  </a:extLst>
                </a:gridCol>
              </a:tblGrid>
              <a:tr h="4071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251108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FF1F08A-358A-81FF-9085-0033100F9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201198"/>
              </p:ext>
            </p:extLst>
          </p:nvPr>
        </p:nvGraphicFramePr>
        <p:xfrm>
          <a:off x="527537" y="2966846"/>
          <a:ext cx="4211784" cy="40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73">
                  <a:extLst>
                    <a:ext uri="{9D8B030D-6E8A-4147-A177-3AD203B41FA5}">
                      <a16:colId xmlns:a16="http://schemas.microsoft.com/office/drawing/2014/main" val="141806340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1878158686"/>
                    </a:ext>
                  </a:extLst>
                </a:gridCol>
                <a:gridCol w="459468">
                  <a:extLst>
                    <a:ext uri="{9D8B030D-6E8A-4147-A177-3AD203B41FA5}">
                      <a16:colId xmlns:a16="http://schemas.microsoft.com/office/drawing/2014/main" val="1230258486"/>
                    </a:ext>
                  </a:extLst>
                </a:gridCol>
                <a:gridCol w="593478">
                  <a:extLst>
                    <a:ext uri="{9D8B030D-6E8A-4147-A177-3AD203B41FA5}">
                      <a16:colId xmlns:a16="http://schemas.microsoft.com/office/drawing/2014/main" val="1074893566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1472631444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2670434802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561492430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3823162605"/>
                    </a:ext>
                  </a:extLst>
                </a:gridCol>
              </a:tblGrid>
              <a:tr h="4071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251108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479A5148-4056-5C9B-99D3-48586A6CF7F6}"/>
              </a:ext>
            </a:extLst>
          </p:cNvPr>
          <p:cNvSpPr/>
          <p:nvPr/>
        </p:nvSpPr>
        <p:spPr>
          <a:xfrm>
            <a:off x="4008582" y="1"/>
            <a:ext cx="6973010" cy="10726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i &gt;&gt; 1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 :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带符号右移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JetBrains Mono"/>
              <a:cs typeface="Times New Roman" panose="02020603050405020304" pitchFamily="18" charset="0"/>
            </a:endParaRPr>
          </a:p>
          <a:p>
            <a:pPr algn="ctr"/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(i &amp; 1)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1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表示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i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为偶数，为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表示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是奇数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498955-C3AA-31BE-1EAF-C9F4A088A7E2}"/>
              </a:ext>
            </a:extLst>
          </p:cNvPr>
          <p:cNvSpPr txBox="1"/>
          <p:nvPr/>
        </p:nvSpPr>
        <p:spPr>
          <a:xfrm>
            <a:off x="527537" y="1503687"/>
            <a:ext cx="12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A12F394-E976-70CD-217A-886AE6AF21DF}"/>
              </a:ext>
            </a:extLst>
          </p:cNvPr>
          <p:cNvSpPr txBox="1"/>
          <p:nvPr/>
        </p:nvSpPr>
        <p:spPr>
          <a:xfrm>
            <a:off x="527536" y="2408514"/>
            <a:ext cx="12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1E68E5-1A85-D36D-A1F4-361BF6FC9342}"/>
              </a:ext>
            </a:extLst>
          </p:cNvPr>
          <p:cNvSpPr txBox="1"/>
          <p:nvPr/>
        </p:nvSpPr>
        <p:spPr>
          <a:xfrm>
            <a:off x="527536" y="3495008"/>
            <a:ext cx="3070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res[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res[0] + 1 = 1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1) = 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是奇数</a:t>
            </a:r>
          </a:p>
        </p:txBody>
      </p:sp>
      <p:graphicFrame>
        <p:nvGraphicFramePr>
          <p:cNvPr id="17" name="表格 7">
            <a:extLst>
              <a:ext uri="{FF2B5EF4-FFF2-40B4-BE49-F238E27FC236}">
                <a16:creationId xmlns:a16="http://schemas.microsoft.com/office/drawing/2014/main" id="{86256E43-C057-42B0-ACBA-93B4E0CA6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199624"/>
              </p:ext>
            </p:extLst>
          </p:nvPr>
        </p:nvGraphicFramePr>
        <p:xfrm>
          <a:off x="7010400" y="1921260"/>
          <a:ext cx="4211784" cy="40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73">
                  <a:extLst>
                    <a:ext uri="{9D8B030D-6E8A-4147-A177-3AD203B41FA5}">
                      <a16:colId xmlns:a16="http://schemas.microsoft.com/office/drawing/2014/main" val="141806340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1878158686"/>
                    </a:ext>
                  </a:extLst>
                </a:gridCol>
                <a:gridCol w="459468">
                  <a:extLst>
                    <a:ext uri="{9D8B030D-6E8A-4147-A177-3AD203B41FA5}">
                      <a16:colId xmlns:a16="http://schemas.microsoft.com/office/drawing/2014/main" val="1230258486"/>
                    </a:ext>
                  </a:extLst>
                </a:gridCol>
                <a:gridCol w="593478">
                  <a:extLst>
                    <a:ext uri="{9D8B030D-6E8A-4147-A177-3AD203B41FA5}">
                      <a16:colId xmlns:a16="http://schemas.microsoft.com/office/drawing/2014/main" val="1074893566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1472631444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2670434802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561492430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3823162605"/>
                    </a:ext>
                  </a:extLst>
                </a:gridCol>
              </a:tblGrid>
              <a:tr h="4071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251108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22CCE4D3-0640-9979-EAF3-31DEF19B0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013161"/>
              </p:ext>
            </p:extLst>
          </p:nvPr>
        </p:nvGraphicFramePr>
        <p:xfrm>
          <a:off x="7010400" y="2966846"/>
          <a:ext cx="4211784" cy="40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73">
                  <a:extLst>
                    <a:ext uri="{9D8B030D-6E8A-4147-A177-3AD203B41FA5}">
                      <a16:colId xmlns:a16="http://schemas.microsoft.com/office/drawing/2014/main" val="141806340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1878158686"/>
                    </a:ext>
                  </a:extLst>
                </a:gridCol>
                <a:gridCol w="459468">
                  <a:extLst>
                    <a:ext uri="{9D8B030D-6E8A-4147-A177-3AD203B41FA5}">
                      <a16:colId xmlns:a16="http://schemas.microsoft.com/office/drawing/2014/main" val="1230258486"/>
                    </a:ext>
                  </a:extLst>
                </a:gridCol>
                <a:gridCol w="593478">
                  <a:extLst>
                    <a:ext uri="{9D8B030D-6E8A-4147-A177-3AD203B41FA5}">
                      <a16:colId xmlns:a16="http://schemas.microsoft.com/office/drawing/2014/main" val="1074893566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1472631444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2670434802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561492430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3823162605"/>
                    </a:ext>
                  </a:extLst>
                </a:gridCol>
              </a:tblGrid>
              <a:tr h="4071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251108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501B5C1F-AA85-6071-EABB-743B6BA01029}"/>
              </a:ext>
            </a:extLst>
          </p:cNvPr>
          <p:cNvSpPr txBox="1"/>
          <p:nvPr/>
        </p:nvSpPr>
        <p:spPr>
          <a:xfrm>
            <a:off x="7010400" y="1503687"/>
            <a:ext cx="12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E5C13A-1F2C-A720-275A-BDEA77E96974}"/>
              </a:ext>
            </a:extLst>
          </p:cNvPr>
          <p:cNvSpPr txBox="1"/>
          <p:nvPr/>
        </p:nvSpPr>
        <p:spPr>
          <a:xfrm>
            <a:off x="7010399" y="2408514"/>
            <a:ext cx="12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58E9BE-BD3D-BC4E-DAA9-0BCE0676423E}"/>
              </a:ext>
            </a:extLst>
          </p:cNvPr>
          <p:cNvSpPr txBox="1"/>
          <p:nvPr/>
        </p:nvSpPr>
        <p:spPr>
          <a:xfrm>
            <a:off x="7010399" y="3495008"/>
            <a:ext cx="3070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res[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res[1] =1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1) = 0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是奇数</a:t>
            </a:r>
          </a:p>
        </p:txBody>
      </p:sp>
      <p:graphicFrame>
        <p:nvGraphicFramePr>
          <p:cNvPr id="22" name="表格 7">
            <a:extLst>
              <a:ext uri="{FF2B5EF4-FFF2-40B4-BE49-F238E27FC236}">
                <a16:creationId xmlns:a16="http://schemas.microsoft.com/office/drawing/2014/main" id="{DF4B40F4-D8EE-25E8-BE25-DEE14A1FD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558585"/>
              </p:ext>
            </p:extLst>
          </p:nvPr>
        </p:nvGraphicFramePr>
        <p:xfrm>
          <a:off x="3900854" y="4506167"/>
          <a:ext cx="4211784" cy="40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73">
                  <a:extLst>
                    <a:ext uri="{9D8B030D-6E8A-4147-A177-3AD203B41FA5}">
                      <a16:colId xmlns:a16="http://schemas.microsoft.com/office/drawing/2014/main" val="141806340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1878158686"/>
                    </a:ext>
                  </a:extLst>
                </a:gridCol>
                <a:gridCol w="459468">
                  <a:extLst>
                    <a:ext uri="{9D8B030D-6E8A-4147-A177-3AD203B41FA5}">
                      <a16:colId xmlns:a16="http://schemas.microsoft.com/office/drawing/2014/main" val="1230258486"/>
                    </a:ext>
                  </a:extLst>
                </a:gridCol>
                <a:gridCol w="593478">
                  <a:extLst>
                    <a:ext uri="{9D8B030D-6E8A-4147-A177-3AD203B41FA5}">
                      <a16:colId xmlns:a16="http://schemas.microsoft.com/office/drawing/2014/main" val="1074893566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1472631444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2670434802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561492430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3823162605"/>
                    </a:ext>
                  </a:extLst>
                </a:gridCol>
              </a:tblGrid>
              <a:tr h="4071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251108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E59B02BA-A51B-FE22-6422-73EAD267D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476366"/>
              </p:ext>
            </p:extLst>
          </p:nvPr>
        </p:nvGraphicFramePr>
        <p:xfrm>
          <a:off x="3900854" y="5551753"/>
          <a:ext cx="4211784" cy="40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73">
                  <a:extLst>
                    <a:ext uri="{9D8B030D-6E8A-4147-A177-3AD203B41FA5}">
                      <a16:colId xmlns:a16="http://schemas.microsoft.com/office/drawing/2014/main" val="141806340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1878158686"/>
                    </a:ext>
                  </a:extLst>
                </a:gridCol>
                <a:gridCol w="459468">
                  <a:extLst>
                    <a:ext uri="{9D8B030D-6E8A-4147-A177-3AD203B41FA5}">
                      <a16:colId xmlns:a16="http://schemas.microsoft.com/office/drawing/2014/main" val="1230258486"/>
                    </a:ext>
                  </a:extLst>
                </a:gridCol>
                <a:gridCol w="593478">
                  <a:extLst>
                    <a:ext uri="{9D8B030D-6E8A-4147-A177-3AD203B41FA5}">
                      <a16:colId xmlns:a16="http://schemas.microsoft.com/office/drawing/2014/main" val="1074893566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1472631444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2670434802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561492430"/>
                    </a:ext>
                  </a:extLst>
                </a:gridCol>
                <a:gridCol w="526473">
                  <a:extLst>
                    <a:ext uri="{9D8B030D-6E8A-4147-A177-3AD203B41FA5}">
                      <a16:colId xmlns:a16="http://schemas.microsoft.com/office/drawing/2014/main" val="3823162605"/>
                    </a:ext>
                  </a:extLst>
                </a:gridCol>
              </a:tblGrid>
              <a:tr h="4071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251108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7CDDEE3B-A4DF-7A86-88B7-932BF0C3F0C5}"/>
              </a:ext>
            </a:extLst>
          </p:cNvPr>
          <p:cNvSpPr txBox="1"/>
          <p:nvPr/>
        </p:nvSpPr>
        <p:spPr>
          <a:xfrm>
            <a:off x="3900854" y="4088594"/>
            <a:ext cx="12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DAB6297-73B0-1DF0-B593-77D3C9D0C3DB}"/>
              </a:ext>
            </a:extLst>
          </p:cNvPr>
          <p:cNvSpPr txBox="1"/>
          <p:nvPr/>
        </p:nvSpPr>
        <p:spPr>
          <a:xfrm>
            <a:off x="3900853" y="4993421"/>
            <a:ext cx="12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113A31C-A711-BAA8-4DCD-256E47BB90E2}"/>
              </a:ext>
            </a:extLst>
          </p:cNvPr>
          <p:cNvSpPr txBox="1"/>
          <p:nvPr/>
        </p:nvSpPr>
        <p:spPr>
          <a:xfrm>
            <a:off x="3900853" y="6079915"/>
            <a:ext cx="3070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res[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res[1] + 1 =2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1) = 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是奇数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A9776491-2DCE-3DA9-1B99-0AACBB0A7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5376" y="0"/>
            <a:ext cx="1071037" cy="107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91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7E83707-7D8D-794F-B4C1-96BA6A8CF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5376" y="0"/>
            <a:ext cx="1071037" cy="107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93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09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66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691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833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189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763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774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295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935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836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669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5406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962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294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55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682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142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123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814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68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85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521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523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1261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225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8517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2157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20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8681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841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9824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148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0897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113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6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187</Words>
  <Application>Microsoft Office PowerPoint</Application>
  <PresentationFormat>宽屏</PresentationFormat>
  <Paragraphs>64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L9ZYR</dc:creator>
  <cp:lastModifiedBy>L9ZYR</cp:lastModifiedBy>
  <cp:revision>3</cp:revision>
  <dcterms:created xsi:type="dcterms:W3CDTF">2023-03-19T03:05:28Z</dcterms:created>
  <dcterms:modified xsi:type="dcterms:W3CDTF">2023-03-19T03:32:14Z</dcterms:modified>
</cp:coreProperties>
</file>